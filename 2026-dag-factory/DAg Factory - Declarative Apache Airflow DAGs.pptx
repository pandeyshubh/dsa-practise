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1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481" y="2034480"/>
            <a:ext cx="2967037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456" y="2134492"/>
            <a:ext cx="147637" cy="13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4528095"/>
            <a:ext cx="2057400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3100" y="4528095"/>
            <a:ext cx="1219200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700" y="4528095"/>
            <a:ext cx="1524000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35755" y="2596455"/>
            <a:ext cx="3920490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 dirty="0">
                <a:solidFill>
                  <a:srgbClr val="FFFFFF"/>
                </a:solidFill>
                <a:latin typeface="Poppins"/>
              </a:rPr>
              <a:t>DA</a:t>
            </a:r>
            <a:r>
              <a:rPr lang="en-IN" sz="4800" b="1" i="0" u="none" dirty="0">
                <a:solidFill>
                  <a:srgbClr val="FFFFFF"/>
                </a:solidFill>
                <a:latin typeface="Poppins"/>
              </a:rPr>
              <a:t>G</a:t>
            </a:r>
            <a:r>
              <a:rPr sz="4800" b="1" i="0" u="none" dirty="0">
                <a:solidFill>
                  <a:srgbClr val="FFFFFF"/>
                </a:solidFill>
                <a:latin typeface="Poppins"/>
              </a:rPr>
              <a:t> 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0165" y="3518445"/>
            <a:ext cx="8355106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94A3B8"/>
                </a:solidFill>
                <a:latin typeface="Inter"/>
              </a:rPr>
              <a:t>A declarative, configuration-driven tool for generating </a:t>
            </a:r>
            <a:br>
              <a:rPr lang="en-IN" sz="1650" b="0" i="0" u="none" dirty="0">
                <a:solidFill>
                  <a:srgbClr val="94A3B8"/>
                </a:solidFill>
                <a:latin typeface="Inter"/>
              </a:rPr>
            </a:br>
            <a:r>
              <a:rPr sz="1650" b="0" i="0" u="none" dirty="0">
                <a:solidFill>
                  <a:srgbClr val="94A3B8"/>
                </a:solidFill>
                <a:latin typeface="Inter"/>
              </a:rPr>
              <a:t>Airflow DAGs dynamically using YAML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7805"/>
            <a:ext cx="54292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9150" y="1750814"/>
            <a:ext cx="50863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Declarative Pipeline Generation: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Allows creating fully functional Airflow DAGs entirely from YAML configurations without writing complex Python scripts.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2764184"/>
            <a:ext cx="50863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Eliminates Python Boilerplate: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Removes redundant Airflow boilerplate code, task dependency setup, and operator instantiation.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777555"/>
            <a:ext cx="50863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Separation of Logic &amp; Structure: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Decouples the operational workflow structure (YAML) from the actual processing code (Python/SQL).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790926"/>
            <a:ext cx="50863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Astronomer Open Source: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Maintained directly by Astronomer, ensuring enterprise reliability and seamless compatibility with Airflow 2.x+.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77330"/>
            <a:ext cx="5419725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784151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797522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810892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824263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5325" y="476250"/>
            <a:ext cx="11496675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Poppins"/>
              </a:rPr>
              <a:t>What is DA</a:t>
            </a:r>
            <a:r>
              <a:rPr lang="en-IN" sz="2700" b="1" i="0" u="none" dirty="0">
                <a:solidFill>
                  <a:srgbClr val="0F172A"/>
                </a:solidFill>
                <a:latin typeface="Poppins"/>
              </a:rPr>
              <a:t>G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Factory &amp; Why Use 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50" y="529530"/>
            <a:ext cx="114300" cy="304800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45990"/>
            <a:ext cx="3568749" cy="26629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699" y="2445990"/>
            <a:ext cx="3568749" cy="26629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149" y="2445990"/>
            <a:ext cx="3568749" cy="266298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76031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3484215"/>
            <a:ext cx="2900362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Data Analysts &amp; SQL Devs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849885"/>
            <a:ext cx="309249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Build and orchestrate production-grade data pipelines using simple YAML without needing deep mastery of Airflow primitives or Python paradigms.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276031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49824" y="3484215"/>
            <a:ext cx="220027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Analytics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824" y="3849885"/>
            <a:ext cx="309249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Standardize repetitive Extract-and-Load (ELT) jobs across the enterprise. Easily duplicate workflow structures by updating YAML parameters.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6031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484215"/>
            <a:ext cx="24003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Data Platform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849885"/>
            <a:ext cx="309249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Enforce strict architectural guidelines, streamline pull request code reviews, and drastically reduce DAG processor parser overhead.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912" y="2903190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8412" y="2903190"/>
            <a:ext cx="2762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811" y="2903190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4375" y="476250"/>
            <a:ext cx="11477625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Poppins"/>
              </a:rPr>
              <a:t>Who Benefits &amp; Target Audiences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250" y="529530"/>
            <a:ext cx="114300" cy="304800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024955"/>
            <a:ext cx="5429250" cy="3505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24955"/>
            <a:ext cx="5429250" cy="3505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30118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24415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18713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10600" y="2263080"/>
            <a:ext cx="286702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Fira Code"/>
              </a:rPr>
              <a:t> dags/configs/my_pipeline.yaml 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24625" y="2548830"/>
            <a:ext cx="4953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9675" y="2301180"/>
            <a:ext cx="464058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Install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9675" y="2596455"/>
            <a:ext cx="441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Add dag-factory to your Airflow requirements.txt or environment.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" y="3244155"/>
            <a:ext cx="464058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Write YAML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9675" y="3539430"/>
            <a:ext cx="441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Create a configuration YAML file under dags/configs/my_dag.yaml.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9675" y="4187130"/>
            <a:ext cx="464058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One-Time Python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9675" y="4482405"/>
            <a:ext cx="441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Add a 4-line standard loader script in dags/generate_dags.py using dagfactory.DagFactory().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2291655"/>
            <a:ext cx="85725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2474" y="476250"/>
            <a:ext cx="11439525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Poppins"/>
              </a:rPr>
              <a:t>High-Level Setup &amp; Usage Example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250" y="529530"/>
            <a:ext cx="114300" cy="304800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48855"/>
            <a:ext cx="4886325" cy="2057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1943992"/>
            <a:ext cx="5972175" cy="1095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3229867"/>
            <a:ext cx="5972175" cy="1095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4515742"/>
            <a:ext cx="5972175" cy="1095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3167955"/>
            <a:ext cx="4276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FFFFFF"/>
                </a:solidFill>
                <a:latin typeface="Poppins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4158555"/>
            <a:ext cx="4276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C7D2FE"/>
                </a:solidFill>
                <a:latin typeface="Inter Medium"/>
              </a:rPr>
              <a:t>Faster Pipeline Time-to-Market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0275" y="2144017"/>
            <a:ext cx="574071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70%+ Reduction in Python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0275" y="2382142"/>
            <a:ext cx="5467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Eliminates repetitive Python boilerplate across engineering teams, accelerating daily sprint throughput.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0275" y="3429892"/>
            <a:ext cx="574071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Zero Airflow Python Learning Curve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0275" y="3668017"/>
            <a:ext cx="5467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Enables non-Python domain experts to safely author production-ready DAGs without syntax errors.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0275" y="4715767"/>
            <a:ext cx="574071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Accelerated CI/CD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0275" y="4953892"/>
            <a:ext cx="5467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Declarative YAML schemas allow instant linting and syntax checking before deployment to Airflow environments.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318" y="476250"/>
            <a:ext cx="11510682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Poppins"/>
              </a:rPr>
              <a:t>Impact on Delivery &amp; Efficiency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250" y="529530"/>
            <a:ext cx="114300" cy="304800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20379"/>
            <a:ext cx="3568749" cy="29143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699" y="2320379"/>
            <a:ext cx="3568749" cy="291435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149" y="2320379"/>
            <a:ext cx="3568749" cy="291435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634704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3358604"/>
            <a:ext cx="324040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Modular Project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724275"/>
            <a:ext cx="3092499" cy="963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Keep YAML configs in dags/ and reusable Python scripts in include/tasks/. This prevents the DAG processor from parsing execution logic unnecessarily.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2634704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49824" y="3358604"/>
            <a:ext cx="3247124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Template-Driven Scale (DRY)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824" y="3975645"/>
            <a:ext cx="309249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64748B"/>
                </a:solidFill>
                <a:latin typeface="Inter"/>
              </a:rPr>
              <a:t>Avoid duplicating code. Generate dozens of similar ingestion DAGs dynamically from a single master YAML template with different parameter inputs.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634704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358604"/>
            <a:ext cx="204025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Clean Git Auditing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724275"/>
            <a:ext cx="309249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Diffing YAML file changes during Pull Requests is straightforward and human-readable, reducing bugs, security vulnerabilities, and deployment risks.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62" y="2777579"/>
            <a:ext cx="2762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6987" y="2777579"/>
            <a:ext cx="2190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811" y="2777579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4374" y="476250"/>
            <a:ext cx="11477625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Poppins"/>
              </a:rPr>
              <a:t>Maintenance, Scaling &amp; Governance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250" y="529530"/>
            <a:ext cx="114300" cy="304800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407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Fira Code</vt:lpstr>
      <vt:lpstr>Inter</vt:lpstr>
      <vt:lpstr>Inter Medium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shubhankar pandey</cp:lastModifiedBy>
  <cp:revision>3</cp:revision>
  <dcterms:created xsi:type="dcterms:W3CDTF">2013-01-27T09:14:16Z</dcterms:created>
  <dcterms:modified xsi:type="dcterms:W3CDTF">2026-08-01T20:21:27Z</dcterms:modified>
  <cp:category/>
</cp:coreProperties>
</file>